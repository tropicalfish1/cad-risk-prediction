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0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CAD风险预测模型 — 基线评估报告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仅使用Attachments数据的五折交叉验证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XGBoost + PPG信号特征 | 10个生理指标 | Stratified 5-Fold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rPr dirty="0"/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rPr dirty="0" err="1"/>
              <a:t>一、概述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188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909 个有效zip文件（1000个total）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标签映射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通过标签对应表.txt 将zip时间戳映射到外部ID，基于诊断关键词标注CAD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特征提取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560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从PPG信号中提取7个生理特征，3个ECG特征为NaN（无ECG数据）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rPr dirty="0" err="1"/>
              <a:t>XGBoost</a:t>
            </a:r>
            <a:r>
              <a:rPr dirty="0"/>
              <a:t> (</a:t>
            </a:r>
            <a:r>
              <a:rPr dirty="0" err="1"/>
              <a:t>max_depth</a:t>
            </a:r>
            <a:r>
              <a:rPr dirty="0"/>
              <a:t>=4, </a:t>
            </a:r>
            <a:r>
              <a:rPr dirty="0" err="1"/>
              <a:t>n_estimators</a:t>
            </a:r>
            <a:r>
              <a:rPr dirty="0"/>
              <a:t>=300, </a:t>
            </a:r>
            <a:r>
              <a:rPr dirty="0" err="1"/>
              <a:t>lr</a:t>
            </a:r>
            <a:r>
              <a:rPr dirty="0"/>
              <a:t>=0.04)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评估方法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分层五折交叉验证 (Stratified 5-Fold CV)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二、五折交叉验证结果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0.8043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Mean AUC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±0.0392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Std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82828"/>
                </a:solidFill>
              </a:defRPr>
            </a:pPr>
            <a:r>
              <a:t>909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样本量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B40000"/>
                </a:solidFill>
              </a:defRPr>
            </a:pPr>
            <a:r>
              <a:t>37 (4.1%)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CAD+阳性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7800"/>
                </a:solidFill>
              </a:defRPr>
            </a:pPr>
            <a:r>
              <a:t>872 (95.9%)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CAD-阴性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62540"/>
              </p:ext>
            </p:extLst>
          </p:nvPr>
        </p:nvGraphicFramePr>
        <p:xfrm>
          <a:off x="862694" y="2737063"/>
          <a:ext cx="5231718" cy="337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0.8355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0.7438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91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0.8043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dirty="0"/>
                        <a:t>909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t>AUC分布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383280"/>
            <a:ext cx="2415135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4575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0.7935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840480"/>
            <a:ext cx="2939142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88582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0.8571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297680"/>
            <a:ext cx="2760936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10376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0.8355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754880"/>
            <a:ext cx="2400299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974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0.7917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754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12080"/>
            <a:ext cx="2006725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56165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0.7438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三、特征统计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resting_hr_bpm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静息心率(bpm)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68.10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10.35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37.56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125.21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sdnn_ms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SDNN(ms)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398.13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546.97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rmssd_ms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RMSSD(ms)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443.40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478.96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25.53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888.12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lf_hf_ratio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perfusion_index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2075732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134483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1209922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29849740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augmentation_index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-39.59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-40.19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-94.23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-9.05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primary_reflected_peak_delay_ms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反射峰延迟(ms)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550.67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482.40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407.22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162.26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10210.80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四、CAD阳性 vs 阴性 特征对比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CAD+(n=37)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CAD-(n=872)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静息心率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66.58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70.11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-3.53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366.34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+25.95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484.12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441.67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+42.45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251.6M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205.7M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+45.9M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-40.56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反射峰延迟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572.71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549.72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+22.99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注: CAD+组HRV指标(SDNN, RMSSD)略高，静息心率略低；样本量极不平衡(37 vs 872)，对比仅供参考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五、输入特征说明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中文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resting_hr_bpm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静息心率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PPG脉搏间隔中位数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基础生理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sdnn_ms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RR间期标准差，自主神经整体调节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HRV时域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rmssd_ms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相邻RR间期差值均方根，副交感神经活性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HRV时域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lf_hf_ratio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低频/高频功率比，交感-副交感平衡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HRV频域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perfusion_index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PPG信号振幅百分位比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血管功能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augmentation_index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反射波与入射波幅值比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动脉功能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primary_reflected_peak_delay_ms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反射峰延迟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入射波到反射波的时间差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血管功能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st_deviation_mv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ST段偏移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ST段偏移量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qtc_ms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QTc间期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校正QT间期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pulse_transit_time_ms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脉搏传导时间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ECG到PPG的时间差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六、结论与建议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1. 基线AUC = 0.8043 (±0.0392)，仅使用7个PPG特征取得合理基线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2. 数据严重不平衡: CAD阳性仅37例(4.1%)，需关注假阴性风险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66543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rPr dirty="0"/>
              <a:t>3. 3个ECG特征全部缺失（无ECG），</a:t>
            </a:r>
            <a:r>
              <a:rPr dirty="0" err="1"/>
              <a:t>未来需补充ECG采集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25054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4. Fold间AUC波动较大(0.74~0.86)，受小样本和类别不平衡影响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七、模型配置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模型类型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XGBClassifier (XGBoost)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max_depth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rPr dirty="0" err="1"/>
              <a:t>n_estimators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learning_rate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rPr dirty="0"/>
              <a:t>subsample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colsample_bytree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eval_metric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logloss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缺失值处理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rPr dirty="0" err="1"/>
              <a:t>SimpleImputer</a:t>
            </a:r>
            <a:r>
              <a:rPr dirty="0"/>
              <a:t> (median + indicator)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交叉验证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StratifiedKFold, n_splits=5, shuffle=True, random_state=42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数据划分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分层抽样，每折约182样本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570</Words>
  <Application>Microsoft Office PowerPoint</Application>
  <PresentationFormat>自定义</PresentationFormat>
  <Paragraphs>220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3</cp:revision>
  <dcterms:created xsi:type="dcterms:W3CDTF">2013-01-27T09:14:16Z</dcterms:created>
  <dcterms:modified xsi:type="dcterms:W3CDTF">2026-09-11T09:33:55Z</dcterms:modified>
  <cp:category/>
</cp:coreProperties>
</file>